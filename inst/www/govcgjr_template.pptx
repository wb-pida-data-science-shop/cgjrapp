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Default Extension="gif" ContentType="image/gif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5" Type="http://schemas.openxmlformats.org/officeDocument/2006/relationships/custom-properties" Target="docProps/custom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14"/>
  </p:notesMasterIdLst>
  <p:sldIdLst>
    <p:sldId id="102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384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orient="horz" pos="2976" userDrawn="1">
          <p15:clr>
            <a:srgbClr val="A4A3A4"/>
          </p15:clr>
        </p15:guide>
        <p15:guide id="4" pos="6289" userDrawn="1">
          <p15:clr>
            <a:srgbClr val="A4A3A4"/>
          </p15:clr>
        </p15:guide>
        <p15:guide id="5" orient="horz" pos="1344" userDrawn="1">
          <p15:clr>
            <a:srgbClr val="A4A3A4"/>
          </p15:clr>
        </p15:guide>
        <p15:guide id="6" pos="1413" userDrawn="1">
          <p15:clr>
            <a:srgbClr val="A4A3A4"/>
          </p15:clr>
        </p15:guide>
        <p15:guide id="7" pos="89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B51330-2FAA-3F8C-D92E-C39E2EA2B82E}" name="Laura De Castro Zoratto" initials="LDCZ" userId="S::lzoratto@worldbank.org::9c23d452-be68-4878-8ffd-dae36b72cd80" providerId="AD"/>
  <p188:author id="{3EC02C38-589C-946B-7E21-DD57F2613D84}" name="Rita Ramalho" initials="RR" userId="S::rramalho@ifc.org::0aa0b117-0a2b-4cb8-b3cd-1d57364446e5" providerId="AD"/>
  <p188:author id="{F29E9651-05EF-F938-ACD5-14DCBC058A33}" name="Stuart Ehrlich Russell" initials="SR" userId="S::srussell2@worldbank.org::4d3e852f-aa9e-439e-b1e5-b4e87a8f42f9" providerId="AD"/>
  <p188:author id="{A0F17D63-1142-84A1-41D7-046D021D14A9}" name="Eric Braian Arias" initials="EBA" userId="S::earias1@worldbank.org::c62768a6-f1c9-4f65-8c27-4013de4dab9d" providerId="AD"/>
  <p188:author id="{63866FC1-4E1F-7003-49A6-1D9741B8549D}" name="Abigail Ruth Paterson" initials="ARP" userId="S::apaterson@worldbank.org::4edf2e4c-22f6-4526-938c-ef5c9b19af2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ena Sara Daniela Cocciolo" initials="SSDC" lastIdx="1" clrIdx="0">
    <p:extLst>
      <p:ext uri="{19B8F6BF-5375-455C-9EA6-DF929625EA0E}">
        <p15:presenceInfo xmlns:p15="http://schemas.microsoft.com/office/powerpoint/2012/main" userId="S::scocciolo@worldbank.org::d893eb86-0058-44cf-bd69-cadd06b058f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8A94"/>
    <a:srgbClr val="07A1AD"/>
    <a:srgbClr val="0021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1"/>
    <p:restoredTop sz="94648"/>
  </p:normalViewPr>
  <p:slideViewPr>
    <p:cSldViewPr snapToGrid="0">
      <p:cViewPr varScale="1">
        <p:scale>
          <a:sx n="150" d="100"/>
          <a:sy n="150" d="100"/>
        </p:scale>
        <p:origin x="654" y="138"/>
      </p:cViewPr>
      <p:guideLst>
        <p:guide pos="4384"/>
        <p:guide orient="horz" pos="1412"/>
        <p:guide orient="horz" pos="2976"/>
        <p:guide pos="6289"/>
        <p:guide orient="horz" pos="1344"/>
        <p:guide pos="1413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18" Type="http://schemas.openxmlformats.org/officeDocument/2006/relationships/theme" Target="theme/theme1.xml"/>
<Relationship Id="rId3" Type="http://schemas.openxmlformats.org/officeDocument/2006/relationships/customXml" Target="../customXml/item3.xml"/>
<Relationship Id="rId21" Type="http://schemas.microsoft.com/office/2018/10/relationships/authors" Target="authors.xml"/>
<Relationship Id="rId17" Type="http://schemas.openxmlformats.org/officeDocument/2006/relationships/viewProps" Target="viewProps.xml"/>
<Relationship Id="rId2" Type="http://schemas.openxmlformats.org/officeDocument/2006/relationships/customXml" Target="../customXml/item2.xml"/>
<Relationship Id="rId16" Type="http://schemas.openxmlformats.org/officeDocument/2006/relationships/presProps" Target="presProps.xml"/>
<Relationship Id="rId20" Type="http://schemas.microsoft.com/office/2016/11/relationships/changesInfo" Target="changesInfos/changesInfo1.xml"/>
<Relationship Id="rId1" Type="http://schemas.openxmlformats.org/officeDocument/2006/relationships/customXml" Target="../customXml/item1.xml"/>
<Relationship Id="rId5" Type="http://schemas.openxmlformats.org/officeDocument/2006/relationships/slide" Target="slides/slide1.xml"/>
<Relationship Id="rId15" Type="http://schemas.openxmlformats.org/officeDocument/2006/relationships/commentAuthors" Target="commentAuthors.xml"/>
<Relationship Id="rId19" Type="http://schemas.openxmlformats.org/officeDocument/2006/relationships/tableStyles" Target="tableStyles.xml"/>
<Relationship Id="rId4" Type="http://schemas.openxmlformats.org/officeDocument/2006/relationships/slideMaster" Target="slideMasters/slideMaster1.xml"/>
<Relationship Id="rId14" Type="http://schemas.openxmlformats.org/officeDocument/2006/relationships/notesMaster" Target="notesMasters/notesMaster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Braian Arias" userId="c62768a6-f1c9-4f65-8c27-4013de4dab9d" providerId="ADAL" clId="{A442A018-7657-4B09-AF96-DDBA0BD28995}"/>
    <pc:docChg chg="addSld delSld modSld sldOrd">
      <pc:chgData name="Eric Braian Arias" userId="c62768a6-f1c9-4f65-8c27-4013de4dab9d" providerId="ADAL" clId="{A442A018-7657-4B09-AF96-DDBA0BD28995}" dt="2023-11-06T14:35:49.419" v="49" actId="47"/>
      <pc:docMkLst>
        <pc:docMk/>
      </pc:docMkLst>
      <pc:sldChg chg="del">
        <pc:chgData name="Eric Braian Arias" userId="c62768a6-f1c9-4f65-8c27-4013de4dab9d" providerId="ADAL" clId="{A442A018-7657-4B09-AF96-DDBA0BD28995}" dt="2023-11-06T14:27:00.737" v="29" actId="47"/>
        <pc:sldMkLst>
          <pc:docMk/>
          <pc:sldMk cId="624902656" sldId="275"/>
        </pc:sldMkLst>
      </pc:sldChg>
      <pc:sldChg chg="modSp mod">
        <pc:chgData name="Eric Braian Arias" userId="c62768a6-f1c9-4f65-8c27-4013de4dab9d" providerId="ADAL" clId="{A442A018-7657-4B09-AF96-DDBA0BD28995}" dt="2023-11-06T14:27:24.482" v="45" actId="20577"/>
        <pc:sldMkLst>
          <pc:docMk/>
          <pc:sldMk cId="3182071835" sldId="911"/>
        </pc:sldMkLst>
      </pc:sldChg>
      <pc:sldChg chg="modSp mod">
        <pc:chgData name="Eric Braian Arias" userId="c62768a6-f1c9-4f65-8c27-4013de4dab9d" providerId="ADAL" clId="{A442A018-7657-4B09-AF96-DDBA0BD28995}" dt="2023-11-06T14:17:10.282" v="7" actId="6549"/>
        <pc:sldMkLst>
          <pc:docMk/>
          <pc:sldMk cId="3511338957" sldId="1008"/>
        </pc:sldMkLst>
      </pc:sldChg>
      <pc:sldChg chg="modSp mod modNotesTx">
        <pc:chgData name="Eric Braian Arias" userId="c62768a6-f1c9-4f65-8c27-4013de4dab9d" providerId="ADAL" clId="{A442A018-7657-4B09-AF96-DDBA0BD28995}" dt="2023-11-06T14:25:13.622" v="20" actId="20577"/>
        <pc:sldMkLst>
          <pc:docMk/>
          <pc:sldMk cId="1830520812" sldId="1018"/>
        </pc:sldMkLst>
      </pc:sldChg>
      <pc:sldChg chg="del">
        <pc:chgData name="Eric Braian Arias" userId="c62768a6-f1c9-4f65-8c27-4013de4dab9d" providerId="ADAL" clId="{A442A018-7657-4B09-AF96-DDBA0BD28995}" dt="2023-11-06T14:25:49.222" v="24" actId="47"/>
        <pc:sldMkLst>
          <pc:docMk/>
          <pc:sldMk cId="527361111" sldId="2141411679"/>
        </pc:sldMkLst>
      </pc:sldChg>
      <pc:sldChg chg="del">
        <pc:chgData name="Eric Braian Arias" userId="c62768a6-f1c9-4f65-8c27-4013de4dab9d" providerId="ADAL" clId="{A442A018-7657-4B09-AF96-DDBA0BD28995}" dt="2023-11-06T14:26:16.120" v="26" actId="47"/>
        <pc:sldMkLst>
          <pc:docMk/>
          <pc:sldMk cId="4217183320" sldId="2141411680"/>
        </pc:sldMkLst>
      </pc:sldChg>
      <pc:sldChg chg="del">
        <pc:chgData name="Eric Braian Arias" userId="c62768a6-f1c9-4f65-8c27-4013de4dab9d" providerId="ADAL" clId="{A442A018-7657-4B09-AF96-DDBA0BD28995}" dt="2023-11-06T14:26:16.120" v="26" actId="47"/>
        <pc:sldMkLst>
          <pc:docMk/>
          <pc:sldMk cId="2402487946" sldId="2141411681"/>
        </pc:sldMkLst>
      </pc:sldChg>
      <pc:sldChg chg="del">
        <pc:chgData name="Eric Braian Arias" userId="c62768a6-f1c9-4f65-8c27-4013de4dab9d" providerId="ADAL" clId="{A442A018-7657-4B09-AF96-DDBA0BD28995}" dt="2023-11-06T14:25:19.736" v="21" actId="47"/>
        <pc:sldMkLst>
          <pc:docMk/>
          <pc:sldMk cId="3477078804" sldId="2141411682"/>
        </pc:sldMkLst>
      </pc:sldChg>
      <pc:sldChg chg="ord">
        <pc:chgData name="Eric Braian Arias" userId="c62768a6-f1c9-4f65-8c27-4013de4dab9d" providerId="ADAL" clId="{A442A018-7657-4B09-AF96-DDBA0BD28995}" dt="2023-11-06T14:26:56.330" v="28"/>
        <pc:sldMkLst>
          <pc:docMk/>
          <pc:sldMk cId="1883111111" sldId="2141411684"/>
        </pc:sldMkLst>
      </pc:sldChg>
      <pc:sldChg chg="del">
        <pc:chgData name="Eric Braian Arias" userId="c62768a6-f1c9-4f65-8c27-4013de4dab9d" providerId="ADAL" clId="{A442A018-7657-4B09-AF96-DDBA0BD28995}" dt="2023-11-06T14:26:16.120" v="26" actId="47"/>
        <pc:sldMkLst>
          <pc:docMk/>
          <pc:sldMk cId="3034841449" sldId="2141411685"/>
        </pc:sldMkLst>
      </pc:sldChg>
      <pc:sldChg chg="del">
        <pc:chgData name="Eric Braian Arias" userId="c62768a6-f1c9-4f65-8c27-4013de4dab9d" providerId="ADAL" clId="{A442A018-7657-4B09-AF96-DDBA0BD28995}" dt="2023-11-06T14:26:16.120" v="26" actId="47"/>
        <pc:sldMkLst>
          <pc:docMk/>
          <pc:sldMk cId="1212739506" sldId="2141411686"/>
        </pc:sldMkLst>
      </pc:sldChg>
      <pc:sldChg chg="ord delCm">
        <pc:chgData name="Eric Braian Arias" userId="c62768a6-f1c9-4f65-8c27-4013de4dab9d" providerId="ADAL" clId="{A442A018-7657-4B09-AF96-DDBA0BD28995}" dt="2023-11-06T14:27:11.096" v="32"/>
        <pc:sldMkLst>
          <pc:docMk/>
          <pc:sldMk cId="3272862628" sldId="2141411688"/>
        </pc:sldMkLst>
      </pc:sldChg>
      <pc:sldChg chg="del">
        <pc:chgData name="Eric Braian Arias" userId="c62768a6-f1c9-4f65-8c27-4013de4dab9d" providerId="ADAL" clId="{A442A018-7657-4B09-AF96-DDBA0BD28995}" dt="2023-11-06T14:26:16.120" v="26" actId="47"/>
        <pc:sldMkLst>
          <pc:docMk/>
          <pc:sldMk cId="2493846585" sldId="2141411689"/>
        </pc:sldMkLst>
      </pc:sldChg>
      <pc:sldChg chg="del">
        <pc:chgData name="Eric Braian Arias" userId="c62768a6-f1c9-4f65-8c27-4013de4dab9d" providerId="ADAL" clId="{A442A018-7657-4B09-AF96-DDBA0BD28995}" dt="2023-11-06T14:25:49.222" v="24" actId="47"/>
        <pc:sldMkLst>
          <pc:docMk/>
          <pc:sldMk cId="744643299" sldId="2141411690"/>
        </pc:sldMkLst>
      </pc:sldChg>
      <pc:sldChg chg="del">
        <pc:chgData name="Eric Braian Arias" userId="c62768a6-f1c9-4f65-8c27-4013de4dab9d" providerId="ADAL" clId="{A442A018-7657-4B09-AF96-DDBA0BD28995}" dt="2023-11-06T14:25:49.222" v="24" actId="47"/>
        <pc:sldMkLst>
          <pc:docMk/>
          <pc:sldMk cId="1716930677" sldId="2141411696"/>
        </pc:sldMkLst>
      </pc:sldChg>
      <pc:sldChg chg="del">
        <pc:chgData name="Eric Braian Arias" userId="c62768a6-f1c9-4f65-8c27-4013de4dab9d" providerId="ADAL" clId="{A442A018-7657-4B09-AF96-DDBA0BD28995}" dt="2023-11-06T14:25:49.222" v="24" actId="47"/>
        <pc:sldMkLst>
          <pc:docMk/>
          <pc:sldMk cId="1430186623" sldId="2141411697"/>
        </pc:sldMkLst>
      </pc:sldChg>
      <pc:sldChg chg="del">
        <pc:chgData name="Eric Braian Arias" userId="c62768a6-f1c9-4f65-8c27-4013de4dab9d" providerId="ADAL" clId="{A442A018-7657-4B09-AF96-DDBA0BD28995}" dt="2023-11-06T14:35:26.254" v="46" actId="47"/>
        <pc:sldMkLst>
          <pc:docMk/>
          <pc:sldMk cId="2383767883" sldId="2141411698"/>
        </pc:sldMkLst>
      </pc:sldChg>
      <pc:sldChg chg="del">
        <pc:chgData name="Eric Braian Arias" userId="c62768a6-f1c9-4f65-8c27-4013de4dab9d" providerId="ADAL" clId="{A442A018-7657-4B09-AF96-DDBA0BD28995}" dt="2023-11-06T14:26:16.120" v="26" actId="47"/>
        <pc:sldMkLst>
          <pc:docMk/>
          <pc:sldMk cId="3793594933" sldId="2141411700"/>
        </pc:sldMkLst>
      </pc:sldChg>
      <pc:sldChg chg="del">
        <pc:chgData name="Eric Braian Arias" userId="c62768a6-f1c9-4f65-8c27-4013de4dab9d" providerId="ADAL" clId="{A442A018-7657-4B09-AF96-DDBA0BD28995}" dt="2023-11-06T14:25:54.615" v="25" actId="47"/>
        <pc:sldMkLst>
          <pc:docMk/>
          <pc:sldMk cId="1217665548" sldId="2141411701"/>
        </pc:sldMkLst>
      </pc:sldChg>
      <pc:sldChg chg="del">
        <pc:chgData name="Eric Braian Arias" userId="c62768a6-f1c9-4f65-8c27-4013de4dab9d" providerId="ADAL" clId="{A442A018-7657-4B09-AF96-DDBA0BD28995}" dt="2023-11-06T14:25:49.222" v="24" actId="47"/>
        <pc:sldMkLst>
          <pc:docMk/>
          <pc:sldMk cId="3075502792" sldId="2141411703"/>
        </pc:sldMkLst>
      </pc:sldChg>
      <pc:sldChg chg="del">
        <pc:chgData name="Eric Braian Arias" userId="c62768a6-f1c9-4f65-8c27-4013de4dab9d" providerId="ADAL" clId="{A442A018-7657-4B09-AF96-DDBA0BD28995}" dt="2023-11-06T14:25:49.222" v="24" actId="47"/>
        <pc:sldMkLst>
          <pc:docMk/>
          <pc:sldMk cId="1813839508" sldId="2141411704"/>
        </pc:sldMkLst>
      </pc:sldChg>
      <pc:sldChg chg="del">
        <pc:chgData name="Eric Braian Arias" userId="c62768a6-f1c9-4f65-8c27-4013de4dab9d" providerId="ADAL" clId="{A442A018-7657-4B09-AF96-DDBA0BD28995}" dt="2023-11-06T14:35:26.254" v="46" actId="47"/>
        <pc:sldMkLst>
          <pc:docMk/>
          <pc:sldMk cId="3851505719" sldId="2141411705"/>
        </pc:sldMkLst>
      </pc:sldChg>
      <pc:sldChg chg="del">
        <pc:chgData name="Eric Braian Arias" userId="c62768a6-f1c9-4f65-8c27-4013de4dab9d" providerId="ADAL" clId="{A442A018-7657-4B09-AF96-DDBA0BD28995}" dt="2023-11-06T14:25:49.222" v="24" actId="47"/>
        <pc:sldMkLst>
          <pc:docMk/>
          <pc:sldMk cId="1244878872" sldId="2141411706"/>
        </pc:sldMkLst>
      </pc:sldChg>
      <pc:sldChg chg="del">
        <pc:chgData name="Eric Braian Arias" userId="c62768a6-f1c9-4f65-8c27-4013de4dab9d" providerId="ADAL" clId="{A442A018-7657-4B09-AF96-DDBA0BD28995}" dt="2023-11-06T14:25:23.795" v="22" actId="47"/>
        <pc:sldMkLst>
          <pc:docMk/>
          <pc:sldMk cId="3555794340" sldId="2141411708"/>
        </pc:sldMkLst>
      </pc:sldChg>
      <pc:sldChg chg="del">
        <pc:chgData name="Eric Braian Arias" userId="c62768a6-f1c9-4f65-8c27-4013de4dab9d" providerId="ADAL" clId="{A442A018-7657-4B09-AF96-DDBA0BD28995}" dt="2023-11-06T14:25:24.624" v="23" actId="47"/>
        <pc:sldMkLst>
          <pc:docMk/>
          <pc:sldMk cId="82152972" sldId="2141411709"/>
        </pc:sldMkLst>
      </pc:sldChg>
      <pc:sldChg chg="del">
        <pc:chgData name="Eric Braian Arias" userId="c62768a6-f1c9-4f65-8c27-4013de4dab9d" providerId="ADAL" clId="{A442A018-7657-4B09-AF96-DDBA0BD28995}" dt="2023-11-06T14:25:49.222" v="24" actId="47"/>
        <pc:sldMkLst>
          <pc:docMk/>
          <pc:sldMk cId="711289720" sldId="2141411711"/>
        </pc:sldMkLst>
      </pc:sldChg>
      <pc:sldChg chg="modSp new del mod">
        <pc:chgData name="Eric Braian Arias" userId="c62768a6-f1c9-4f65-8c27-4013de4dab9d" providerId="ADAL" clId="{A442A018-7657-4B09-AF96-DDBA0BD28995}" dt="2023-11-06T14:35:49.419" v="49" actId="47"/>
        <pc:sldMkLst>
          <pc:docMk/>
          <pc:sldMk cId="3545935170" sldId="2141411711"/>
        </pc:sldMkLst>
      </pc:sldChg>
      <pc:sldChg chg="del">
        <pc:chgData name="Eric Braian Arias" userId="c62768a6-f1c9-4f65-8c27-4013de4dab9d" providerId="ADAL" clId="{A442A018-7657-4B09-AF96-DDBA0BD28995}" dt="2023-11-06T14:25:49.222" v="24" actId="47"/>
        <pc:sldMkLst>
          <pc:docMk/>
          <pc:sldMk cId="3865973091" sldId="2141411712"/>
        </pc:sldMkLst>
      </pc:sldChg>
      <pc:sldChg chg="del">
        <pc:chgData name="Eric Braian Arias" userId="c62768a6-f1c9-4f65-8c27-4013de4dab9d" providerId="ADAL" clId="{A442A018-7657-4B09-AF96-DDBA0BD28995}" dt="2023-11-06T14:25:49.222" v="24" actId="47"/>
        <pc:sldMkLst>
          <pc:docMk/>
          <pc:sldMk cId="2568902532" sldId="2141411713"/>
        </pc:sldMkLst>
      </pc:sldChg>
      <pc:sldChg chg="del">
        <pc:chgData name="Eric Braian Arias" userId="c62768a6-f1c9-4f65-8c27-4013de4dab9d" providerId="ADAL" clId="{A442A018-7657-4B09-AF96-DDBA0BD28995}" dt="2023-11-06T14:25:49.222" v="24" actId="47"/>
        <pc:sldMkLst>
          <pc:docMk/>
          <pc:sldMk cId="1034374642" sldId="2141411714"/>
        </pc:sldMkLst>
      </pc:sldChg>
    </pc:docChg>
  </pc:docChgLst>
  <pc:docChgLst>
    <pc:chgData name="Ifeanyi Nzegwu Edochie" userId="2f6cef23-e091-4b3f-a787-5c831fbb4361" providerId="ADAL" clId="{5B706D1D-13D6-4A3A-832B-0EB750B745C7}"/>
    <pc:docChg chg="mod modSld modMainMaster">
      <pc:chgData name="Ifeanyi Nzegwu Edochie" userId="2f6cef23-e091-4b3f-a787-5c831fbb4361" providerId="ADAL" clId="{5B706D1D-13D6-4A3A-832B-0EB750B745C7}" dt="2025-11-20T19:35:22.899" v="3" actId="33475"/>
      <pc:docMkLst>
        <pc:docMk/>
      </pc:docMkLst>
      <pc:sldChg chg="modSp mod">
        <pc:chgData name="Ifeanyi Nzegwu Edochie" userId="2f6cef23-e091-4b3f-a787-5c831fbb4361" providerId="ADAL" clId="{5B706D1D-13D6-4A3A-832B-0EB750B745C7}" dt="2025-11-20T19:35:22.864" v="1" actId="20577"/>
        <pc:sldMkLst>
          <pc:docMk/>
          <pc:sldMk cId="1830520812" sldId="1018"/>
        </pc:sldMkLst>
        <pc:spChg chg="mod">
          <ac:chgData name="Ifeanyi Nzegwu Edochie" userId="2f6cef23-e091-4b3f-a787-5c831fbb4361" providerId="ADAL" clId="{5B706D1D-13D6-4A3A-832B-0EB750B745C7}" dt="2025-11-20T19:35:22.864" v="1" actId="20577"/>
          <ac:spMkLst>
            <pc:docMk/>
            <pc:sldMk cId="1830520812" sldId="1018"/>
            <ac:spMk id="3" creationId="{ABE97ED0-C36E-2841-8974-AD86BCCA4D79}"/>
          </ac:spMkLst>
        </pc:spChg>
      </pc:sldChg>
      <pc:sldMasterChg chg="addSp mod">
        <pc:chgData name="Ifeanyi Nzegwu Edochie" userId="2f6cef23-e091-4b3f-a787-5c831fbb4361" providerId="ADAL" clId="{5B706D1D-13D6-4A3A-832B-0EB750B745C7}" dt="2025-11-20T19:35:22.897" v="2" actId="33475"/>
        <pc:sldMasterMkLst>
          <pc:docMk/>
          <pc:sldMasterMk cId="2981682709" sldId="2147483661"/>
        </pc:sldMasterMkLst>
        <pc:spChg chg="add">
          <ac:chgData name="Ifeanyi Nzegwu Edochie" userId="2f6cef23-e091-4b3f-a787-5c831fbb4361" providerId="ADAL" clId="{5B706D1D-13D6-4A3A-832B-0EB750B745C7}" dt="2025-11-20T19:35:22.897" v="2" actId="33475"/>
          <ac:spMkLst>
            <pc:docMk/>
            <pc:sldMasterMk cId="2981682709" sldId="2147483661"/>
            <ac:spMk id="3" creationId="{2EB9074A-0C1E-1C56-D7B1-F397876A209D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FC45B-4969-4982-B259-08F17AE2E29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37CCD-630E-4F1D-94D1-48694A477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6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2" Type="http://schemas.openxmlformats.org/officeDocument/2006/relationships/slide" Target="../slides/slide1.xml"/>
<Relationship Id="rId1" Type="http://schemas.openxmlformats.org/officeDocument/2006/relationships/notesMaster" Target="../notesMasters/notesMaster1.xml"/>
</Relationships>

</file>

<file path=ppt/notesSlides/_rels/notesSlide2.xml.rels><?xml version="1.0" encoding="UTF-8" standalone="yes"?>

<Relationships  xmlns="http://schemas.openxmlformats.org/package/2006/relationships">
<Relationship Id="rId2" Type="http://schemas.openxmlformats.org/officeDocument/2006/relationships/slide" Target="../slides/slide2.xml"/>
<Relationship Id="rId1" Type="http://schemas.openxmlformats.org/officeDocument/2006/relationships/notesMaster" Target="../notesMasters/notesMaster1.xml"/>
</Relationships>

</file>

<file path=ppt/notesSlides/_rels/notesSlide3.xml.rels><?xml version="1.0" encoding="UTF-8" standalone="yes"?>

<Relationships  xmlns="http://schemas.openxmlformats.org/package/2006/relationships">
<Relationship Id="rId2" Type="http://schemas.openxmlformats.org/officeDocument/2006/relationships/slide" Target="../slides/slide3.xml"/>
<Relationship Id="rId1" Type="http://schemas.openxmlformats.org/officeDocument/2006/relationships/notesMaster" Target="../notesMasters/notesMaster1.xml"/>
</Relationships>

</file>

<file path=ppt/notesSlides/_rels/notesSlide4.xml.rels><?xml version="1.0" encoding="UTF-8" standalone="yes"?>

<Relationships  xmlns="http://schemas.openxmlformats.org/package/2006/relationships">
<Relationship Id="rId2" Type="http://schemas.openxmlformats.org/officeDocument/2006/relationships/slide" Target="../slides/slide4.xml"/>
<Relationship Id="rId1" Type="http://schemas.openxmlformats.org/officeDocument/2006/relationships/notesMaster" Target="../notesMasters/notesMaster1.xml"/>
</Relationships>

</file>

<file path=ppt/notesSlides/_rels/notesSlide5.xml.rels><?xml version="1.0" encoding="UTF-8" standalone="yes"?>

<Relationships  xmlns="http://schemas.openxmlformats.org/package/2006/relationships">
<Relationship Id="rId2" Type="http://schemas.openxmlformats.org/officeDocument/2006/relationships/slide" Target="../slides/slide7.xml"/>
<Relationship Id="rId1" Type="http://schemas.openxmlformats.org/officeDocument/2006/relationships/notesMaster" Target="../notesMasters/notesMaster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37CCD-630E-4F1D-94D1-48694A4775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59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37CCD-630E-4F1D-94D1-48694A4775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20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737CCD-630E-4F1D-94D1-48694A4775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862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37CCD-630E-4F1D-94D1-48694A4775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37CCD-630E-4F1D-94D1-48694A4775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89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739F69-B0B7-244B-894A-85A740769CD2}"/>
              </a:ext>
            </a:extLst>
          </p:cNvPr>
          <p:cNvSpPr/>
          <p:nvPr userDrawn="1"/>
        </p:nvSpPr>
        <p:spPr bwMode="auto">
          <a:xfrm>
            <a:off x="0" y="0"/>
            <a:ext cx="12192000" cy="4490977"/>
          </a:xfrm>
          <a:prstGeom prst="rect">
            <a:avLst/>
          </a:prstGeom>
          <a:solidFill>
            <a:srgbClr val="00214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5888" marR="0" indent="-11588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CA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  <a:cs typeface="Times New Roman" pitchFamily="18" charset="0"/>
            </a:endParaRPr>
          </a:p>
        </p:txBody>
      </p:sp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4DED0FB-4AC3-864D-A6E4-E980C51F06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3848"/>
            <a:ext cx="12184016" cy="22946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3A910F-C7BC-2C48-8CC8-609E279AFE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87" y="5501137"/>
            <a:ext cx="4653973" cy="912364"/>
          </a:xfrm>
          <a:prstGeom prst="rect">
            <a:avLst/>
          </a:prstGeom>
        </p:spPr>
      </p:pic>
      <p:sp>
        <p:nvSpPr>
          <p:cNvPr id="11" name="Text Placeholder 331">
            <a:extLst>
              <a:ext uri="{FF2B5EF4-FFF2-40B4-BE49-F238E27FC236}">
                <a16:creationId xmlns:a16="http://schemas.microsoft.com/office/drawing/2014/main" id="{F8F39AEE-A38C-0342-A662-8A465029DC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76097" y="4699002"/>
            <a:ext cx="3761560" cy="1393637"/>
          </a:xfrm>
          <a:prstGeom prst="rect">
            <a:avLst/>
          </a:prstGeom>
        </p:spPr>
        <p:txBody>
          <a:bodyPr anchor="b"/>
          <a:lstStyle>
            <a:lvl1pPr algn="r">
              <a:lnSpc>
                <a:spcPct val="100000"/>
              </a:lnSpc>
              <a:defRPr sz="1500" b="0" i="0" baseline="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b="0" i="0">
                <a:latin typeface="AndesExtraLight"/>
                <a:cs typeface="AndesExtraLight"/>
              </a:defRPr>
            </a:lvl2pPr>
            <a:lvl3pPr>
              <a:defRPr b="0" i="0">
                <a:latin typeface="AndesExtraLight"/>
                <a:cs typeface="AndesExtraLight"/>
              </a:defRPr>
            </a:lvl3pPr>
            <a:lvl4pPr>
              <a:defRPr b="0" i="0">
                <a:latin typeface="AndesExtraLight"/>
                <a:cs typeface="AndesExtraLight"/>
              </a:defRPr>
            </a:lvl4pPr>
            <a:lvl5pPr>
              <a:defRPr b="0" i="0">
                <a:latin typeface="AndesExtraLight"/>
                <a:cs typeface="Andes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Rectangle 1028">
            <a:extLst>
              <a:ext uri="{FF2B5EF4-FFF2-40B4-BE49-F238E27FC236}">
                <a16:creationId xmlns:a16="http://schemas.microsoft.com/office/drawing/2014/main" id="{989F3CBA-4D6E-F34E-8C26-2F687852CD64}"/>
              </a:ext>
            </a:extLst>
          </p:cNvPr>
          <p:cNvSpPr>
            <a:spLocks noGrp="1" noChangeArrowheads="1"/>
          </p:cNvSpPr>
          <p:nvPr>
            <p:ph type="dt" sz="half" idx="15"/>
          </p:nvPr>
        </p:nvSpPr>
        <p:spPr>
          <a:xfrm>
            <a:off x="7922684" y="6107114"/>
            <a:ext cx="3401483" cy="306387"/>
          </a:xfrm>
          <a:prstGeom prst="rect">
            <a:avLst/>
          </a:prstGeom>
        </p:spPr>
        <p:txBody>
          <a:bodyPr rIns="0" anchor="ctr"/>
          <a:lstStyle>
            <a:lvl1pPr algn="r">
              <a:defRPr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95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22C7C-5759-4A7A-A386-79A1F181F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03274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91E59-DE40-491A-AF1C-83E32924D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281"/>
            <a:ext cx="10515600" cy="4124960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52E659-8198-E546-A40C-C09C18B22591}"/>
              </a:ext>
            </a:extLst>
          </p:cNvPr>
          <p:cNvSpPr/>
          <p:nvPr userDrawn="1"/>
        </p:nvSpPr>
        <p:spPr bwMode="auto">
          <a:xfrm>
            <a:off x="0" y="5801230"/>
            <a:ext cx="12192000" cy="1061977"/>
          </a:xfrm>
          <a:prstGeom prst="rect">
            <a:avLst/>
          </a:prstGeom>
          <a:solidFill>
            <a:srgbClr val="00214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5888" marR="0" indent="-11588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CA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  <a:cs typeface="Times New Roman" pitchFamily="18" charset="0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88CBA9-E558-DB48-A87B-2CA67C731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1796" y="6306505"/>
            <a:ext cx="594360" cy="365125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CD8ABE56-F1FF-4974-A1EB-858C1D1199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430E9A5-C504-2445-8559-0168774E8D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684" y="5811390"/>
            <a:ext cx="5257800" cy="99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98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345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D957DC-B353-3141-BBB5-50AB285058E3}"/>
              </a:ext>
            </a:extLst>
          </p:cNvPr>
          <p:cNvSpPr/>
          <p:nvPr userDrawn="1"/>
        </p:nvSpPr>
        <p:spPr bwMode="auto">
          <a:xfrm>
            <a:off x="0" y="5801230"/>
            <a:ext cx="12192000" cy="1061977"/>
          </a:xfrm>
          <a:prstGeom prst="rect">
            <a:avLst/>
          </a:prstGeom>
          <a:solidFill>
            <a:srgbClr val="00214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5888" marR="0" indent="-11588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CA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  <a:cs typeface="Times New Roman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F505C60-8EE9-6641-BA36-CC94AAC2A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03274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8CD8901-E858-F64D-A944-C6A9B781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1796" y="6306505"/>
            <a:ext cx="594360" cy="365125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CD8ABE56-F1FF-4974-A1EB-858C1D1199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F8444FB-8D0A-F04C-B21D-D63373A211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684" y="5811390"/>
            <a:ext cx="5257800" cy="99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33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D957DC-B353-3141-BBB5-50AB285058E3}"/>
              </a:ext>
            </a:extLst>
          </p:cNvPr>
          <p:cNvSpPr/>
          <p:nvPr userDrawn="1"/>
        </p:nvSpPr>
        <p:spPr bwMode="auto">
          <a:xfrm>
            <a:off x="0" y="5801230"/>
            <a:ext cx="12192000" cy="1061977"/>
          </a:xfrm>
          <a:prstGeom prst="rect">
            <a:avLst/>
          </a:prstGeom>
          <a:solidFill>
            <a:srgbClr val="00214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5888" marR="0" indent="-11588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CA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  <a:cs typeface="Times New Roman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155D6-90DD-1B4D-9F92-3513F15D6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1796" y="6306505"/>
            <a:ext cx="594360" cy="365125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CD8ABE56-F1FF-4974-A1EB-858C1D1199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6D9C44C-6BF7-A44A-87E9-C667B402AB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684" y="5811390"/>
            <a:ext cx="5257800" cy="9902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F505C60-8EE9-6641-BA36-CC94AAC2A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7798"/>
            <a:ext cx="3069921" cy="4382613"/>
          </a:xfrm>
          <a:prstGeom prst="rect">
            <a:avLst/>
          </a:prstGeom>
        </p:spPr>
        <p:txBody>
          <a:bodyPr anchor="ctr" anchorCtr="0"/>
          <a:lstStyle>
            <a:lvl1pPr algn="r">
              <a:defRPr sz="44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2E65B6-440A-864B-B580-C8A9087270E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90112" y="627798"/>
            <a:ext cx="6863687" cy="4382613"/>
          </a:xfrm>
          <a:prstGeom prst="rect">
            <a:avLst/>
          </a:prstGeom>
        </p:spPr>
        <p:txBody>
          <a:bodyPr anchor="ctr"/>
          <a:lstStyle>
            <a:lvl1pPr>
              <a:spcBef>
                <a:spcPts val="0"/>
              </a:spcBef>
              <a:buClr>
                <a:schemeClr val="accent4"/>
              </a:buCl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spcBef>
                <a:spcPts val="0"/>
              </a:spcBef>
              <a:buClr>
                <a:schemeClr val="accent4"/>
              </a:buCl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spcBef>
                <a:spcPts val="0"/>
              </a:spcBef>
              <a:buClr>
                <a:schemeClr val="accent4"/>
              </a:buCl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spcBef>
                <a:spcPts val="0"/>
              </a:spcBef>
              <a:buClr>
                <a:schemeClr val="accent4"/>
              </a:buCl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spcBef>
                <a:spcPts val="0"/>
              </a:spcBef>
              <a:buClr>
                <a:schemeClr val="accent4"/>
              </a:buCl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8234A56-578E-0044-BE38-CB8A24E0F03F}"/>
              </a:ext>
            </a:extLst>
          </p:cNvPr>
          <p:cNvCxnSpPr>
            <a:cxnSpLocks/>
          </p:cNvCxnSpPr>
          <p:nvPr userDrawn="1"/>
        </p:nvCxnSpPr>
        <p:spPr>
          <a:xfrm>
            <a:off x="4196219" y="627798"/>
            <a:ext cx="0" cy="4382613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689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B9074A-0C1E-1C56-D7B1-F397876A209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80775" y="6642100"/>
            <a:ext cx="8763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2981682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8" r:id="rId3"/>
    <p:sldLayoutId id="2147483677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57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
<Relationships  xmlns="http://schemas.openxmlformats.org/package/2006/relationships">
<Relationship Id="rId3" Type="http://schemas.openxmlformats.org/officeDocument/2006/relationships/image" Target="../media/image1.png"/>
<Relationship Id="rId2" Type="http://schemas.openxmlformats.org/officeDocument/2006/relationships/notesSlide" Target="../notesSlides/notesSlide1.xml"/>
<Relationship Id="rId1" Type="http://schemas.openxmlformats.org/officeDocument/2006/relationships/slideLayout" Target="../slideLayouts/slideLayout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6CBF2595-7D26-294D-8B14-2AD4C87E653B}"/>
              </a:ext>
            </a:extLst>
          </p:cNvPr>
          <p:cNvSpPr/>
          <p:nvPr/>
        </p:nvSpPr>
        <p:spPr bwMode="auto">
          <a:xfrm>
            <a:off x="0" y="0"/>
            <a:ext cx="12192000" cy="4490977"/>
          </a:xfrm>
          <a:prstGeom prst="rect">
            <a:avLst/>
          </a:prstGeom>
          <a:solidFill>
            <a:srgbClr val="00214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15888" marR="0" indent="-11588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CA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  <a:cs typeface="Times New Roman" pitchFamily="18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4B49868-7D6D-4C32-BE43-AFD28C54FB5F}"/>
              </a:ext>
            </a:extLst>
          </p:cNvPr>
          <p:cNvSpPr txBox="1">
            <a:spLocks/>
          </p:cNvSpPr>
          <p:nvPr/>
        </p:nvSpPr>
        <p:spPr bwMode="auto">
          <a:xfrm>
            <a:off x="7850417" y="5110482"/>
            <a:ext cx="3761560" cy="139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342900" indent="-342900" algn="r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783C"/>
              </a:buClr>
              <a:defRPr sz="1500" b="0" i="0" baseline="0">
                <a:solidFill>
                  <a:schemeClr val="tx1"/>
                </a:solidFill>
                <a:latin typeface="Arial"/>
                <a:ea typeface="MS PGothic" pitchFamily="34" charset="-128"/>
                <a:cs typeface="Arial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783C"/>
              </a:buClr>
              <a:buFont typeface="Wingdings" pitchFamily="2" charset="2"/>
              <a:defRPr b="0" i="0">
                <a:solidFill>
                  <a:schemeClr val="tx1"/>
                </a:solidFill>
                <a:latin typeface="AndesExtraLight"/>
                <a:ea typeface="MS PGothic" pitchFamily="34" charset="-128"/>
                <a:cs typeface="AndesExtraLight"/>
              </a:defRPr>
            </a:lvl2pPr>
            <a:lvl3pPr marL="4763" indent="909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783C"/>
              </a:buClr>
              <a:defRPr b="0" i="0">
                <a:solidFill>
                  <a:schemeClr val="tx1"/>
                </a:solidFill>
                <a:latin typeface="AndesExtraLight"/>
                <a:ea typeface="MS PGothic" pitchFamily="34" charset="-128"/>
                <a:cs typeface="AndesExtraLigh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783C"/>
              </a:buClr>
              <a:defRPr b="0" i="0">
                <a:solidFill>
                  <a:schemeClr val="tx1"/>
                </a:solidFill>
                <a:latin typeface="AndesExtraLight"/>
                <a:ea typeface="MS PGothic" pitchFamily="34" charset="-128"/>
                <a:cs typeface="AndesExtraLigh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783C"/>
              </a:buClr>
              <a:defRPr b="0" i="0">
                <a:solidFill>
                  <a:schemeClr val="tx1"/>
                </a:solidFill>
                <a:latin typeface="AndesExtraLight"/>
                <a:ea typeface="MS PGothic" pitchFamily="34" charset="-128"/>
                <a:cs typeface="AndesExtraLigh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783C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783C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783C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783C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1400" b="1" ker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9CE0CD8-4971-B347-AF04-B78740905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3848"/>
            <a:ext cx="12184016" cy="229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62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World Bank - CLIAR 1">
      <a:dk1>
        <a:srgbClr val="000000"/>
      </a:dk1>
      <a:lt1>
        <a:srgbClr val="FFFFFF"/>
      </a:lt1>
      <a:dk2>
        <a:srgbClr val="002244"/>
      </a:dk2>
      <a:lt2>
        <a:srgbClr val="E7E6E6"/>
      </a:lt2>
      <a:accent1>
        <a:srgbClr val="002244"/>
      </a:accent1>
      <a:accent2>
        <a:srgbClr val="009FDA"/>
      </a:accent2>
      <a:accent3>
        <a:srgbClr val="F05023"/>
      </a:accent3>
      <a:accent4>
        <a:srgbClr val="046068"/>
      </a:accent4>
      <a:accent5>
        <a:srgbClr val="FDB714"/>
      </a:accent5>
      <a:accent6>
        <a:srgbClr val="EB1C2C"/>
      </a:accent6>
      <a:hlink>
        <a:srgbClr val="009FDA"/>
      </a:hlink>
      <a:folHlink>
        <a:srgbClr val="009FD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e5155a-4de1-4edf-b0c6-53134e0e5e8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E9BA56E76D2447B6B33114ABBEA9D5" ma:contentTypeVersion="17" ma:contentTypeDescription="Create a new document." ma:contentTypeScope="" ma:versionID="eab5cebe44a9e109ecf62201a47214c6">
  <xsd:schema xmlns:xsd="http://www.w3.org/2001/XMLSchema" xmlns:xs="http://www.w3.org/2001/XMLSchema" xmlns:p="http://schemas.microsoft.com/office/2006/metadata/properties" xmlns:ns3="f1e5155a-4de1-4edf-b0c6-53134e0e5e81" xmlns:ns4="5b55b796-daa0-475c-b335-bbbb10b30c8e" targetNamespace="http://schemas.microsoft.com/office/2006/metadata/properties" ma:root="true" ma:fieldsID="dc852987dc368e0378459c8db44b5057" ns3:_="" ns4:_="">
    <xsd:import namespace="f1e5155a-4de1-4edf-b0c6-53134e0e5e81"/>
    <xsd:import namespace="5b55b796-daa0-475c-b335-bbbb10b30c8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e5155a-4de1-4edf-b0c6-53134e0e5e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55b796-daa0-475c-b335-bbbb10b30c8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D8AE79-DE43-479A-A824-5F04350F9EC7}">
  <ds:schemaRefs>
    <ds:schemaRef ds:uri="5b55b796-daa0-475c-b335-bbbb10b30c8e"/>
    <ds:schemaRef ds:uri="f1e5155a-4de1-4edf-b0c6-53134e0e5e8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7500ECD-F1A1-4CA3-A5DC-2E37CCD17A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731547-222C-4B6E-862E-4C4E35A78C01}">
  <ds:schemaRefs>
    <ds:schemaRef ds:uri="5b55b796-daa0-475c-b335-bbbb10b30c8e"/>
    <ds:schemaRef ds:uri="f1e5155a-4de1-4edf-b0c6-53134e0e5e8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632</Words>
  <Application>Microsoft Office PowerPoint</Application>
  <PresentationFormat>Widescreen</PresentationFormat>
  <Paragraphs>67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AndesExtraLight</vt:lpstr>
      <vt:lpstr>Arial</vt:lpstr>
      <vt:lpstr>Calibri</vt:lpstr>
      <vt:lpstr>Calibri Light</vt:lpstr>
      <vt:lpstr>Trebuchet MS</vt:lpstr>
      <vt:lpstr>Custom Design</vt:lpstr>
      <vt:lpstr>PowerPoint Presentation</vt:lpstr>
      <vt:lpstr>What is  CLIAR and its key objectives?</vt:lpstr>
      <vt:lpstr>CLIAR Institutional Benchmarking</vt:lpstr>
      <vt:lpstr>Selection of institutional clusters</vt:lpstr>
      <vt:lpstr>Selection of indicators: Two-way review processes</vt:lpstr>
      <vt:lpstr>Caveats</vt:lpstr>
      <vt:lpstr>Benchmarking Methodology</vt:lpstr>
      <vt:lpstr>Base Country vs Comparison Countries</vt:lpstr>
      <vt:lpstr>Institutional Families: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Designing a country-level Institutional Assessment:</dc:title>
  <dc:creator>Marco Larizza</dc:creator>
  <cp:lastModifiedBy/>
  <cp:revision>18</cp:revision>
  <dcterms:created xsi:type="dcterms:W3CDTF">2020-06-12T20:15:46Z</dcterms:created>
  <dcterms:modified xsi:type="dcterms:W3CDTF">2026-10-08T14:21:01Z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0x01010098E9BA56E76D2447B6B33114ABBEA9D5</vt:lpwstr>
  </property>
  <property fmtid="{D5CDD505-2E9C-101B-9397-08002B2CF9AE}" pid="3" name="MSIP_Label_f1bf45b6-5649-4236-82a3-f45024cd282e_Enabled">
    <vt:lpwstr>true</vt:lpwstr>
  </property>
  <property fmtid="{D5CDD505-2E9C-101B-9397-08002B2CF9AE}" pid="4" name="MSIP_Label_f1bf45b6-5649-4236-82a3-f45024cd282e_SetDate">
    <vt:lpwstr>2025-11-20T19:35:22Z</vt:lpwstr>
  </property>
  <property fmtid="{D5CDD505-2E9C-101B-9397-08002B2CF9AE}" pid="5" name="MSIP_Label_f1bf45b6-5649-4236-82a3-f45024cd282e_Method">
    <vt:lpwstr>Standard</vt:lpwstr>
  </property>
  <property fmtid="{D5CDD505-2E9C-101B-9397-08002B2CF9AE}" pid="6" name="MSIP_Label_f1bf45b6-5649-4236-82a3-f45024cd282e_Name">
    <vt:lpwstr>Official Use Only</vt:lpwstr>
  </property>
  <property fmtid="{D5CDD505-2E9C-101B-9397-08002B2CF9AE}" pid="7" name="MSIP_Label_f1bf45b6-5649-4236-82a3-f45024cd282e_SiteId">
    <vt:lpwstr>31a2fec0-266b-4c67-b56e-2796d8f59c36</vt:lpwstr>
  </property>
  <property fmtid="{D5CDD505-2E9C-101B-9397-08002B2CF9AE}" pid="8" name="MSIP_Label_f1bf45b6-5649-4236-82a3-f45024cd282e_ActionId">
    <vt:lpwstr>89df3d66-bc4c-498f-9485-aa222157ce65</vt:lpwstr>
  </property>
  <property fmtid="{D5CDD505-2E9C-101B-9397-08002B2CF9AE}" pid="9" name="MSIP_Label_f1bf45b6-5649-4236-82a3-f45024cd282e_ContentBits">
    <vt:lpwstr>2</vt:lpwstr>
  </property>
  <property fmtid="{D5CDD505-2E9C-101B-9397-08002B2CF9AE}" pid="10" name="MSIP_Label_f1bf45b6-5649-4236-82a3-f45024cd282e_Tag">
    <vt:lpwstr>10, 3, 0, 1</vt:lpwstr>
  </property>
  <property fmtid="{D5CDD505-2E9C-101B-9397-08002B2CF9AE}" pid="11" name="ClassificationContentMarkingFooterLocations">
    <vt:lpwstr>Custom Design:3</vt:lpwstr>
  </property>
  <property fmtid="{D5CDD505-2E9C-101B-9397-08002B2CF9AE}" pid="12" name="ClassificationContentMarkingFooterText">
    <vt:lpwstr>Official Use Only</vt:lpwstr>
  </property>
</Properties>
</file>